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731520"/>
            <a:ext cx="1143000" cy="1143000"/>
          </a:xfrm>
          <a:prstGeom prst="ellipse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508760"/>
            <a:ext cx="594360" cy="594360"/>
          </a:xfrm>
          <a:prstGeom prst="ellipse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874519"/>
            <a:ext cx="457200" cy="457200"/>
          </a:xfrm>
          <a:prstGeom prst="ellipse">
            <a:avLst/>
          </a:prstGeom>
          <a:solidFill>
            <a:srgbClr val="E0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2514600"/>
            <a:ext cx="320040" cy="320040"/>
          </a:xfrm>
          <a:prstGeom prst="ellipse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7955279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MONTHLY EXPENSE
&amp; BUDGET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77724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0">
                <a:solidFill>
                  <a:srgbClr val="BADAEF"/>
                </a:solidFill>
                <a:latin typeface="Aptos"/>
              </a:rPr>
              <a:t>A practical Java project for smarter money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722376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Track spending. Compare your budget.
Understand what remains.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82296" cy="1143000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937760"/>
            <a:ext cx="47365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SAMPLE MONTHLY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367528"/>
            <a:ext cx="4736592" cy="484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Budget  ₹10,000     •     Expenses  ₹6,000     •     Left  ₹4,000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886200"/>
            <a:ext cx="30175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JAVA  •  BEGINNER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54864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BECFE1"/>
                </a:solidFill>
                <a:latin typeface="Aptos"/>
              </a:rPr>
              <a:t>Project presentation | Java 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01  |  Problem &amp; 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Why a simple expense tracker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4434840"/>
          </a:xfrm>
          <a:prstGeom prst="rect">
            <a:avLst/>
          </a:prstGeom>
          <a:solidFill>
            <a:srgbClr val="E0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05B85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4965192" cy="3776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63446"/>
                </a:solidFill>
                <a:latin typeface="Aptos"/>
              </a:rPr>
              <a:t>•  Small daily purchases are easy to forget.
•  Manual tracking takes time and can lead to mistakes.
•  Spending can exceed the planned monthly budget.
•  People may not know their remaining balance.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4434840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OUR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965192" cy="3776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63446"/>
                </a:solidFill>
                <a:latin typeface="Aptos"/>
              </a:rPr>
              <a:t>•  Record expense amounts and categories.
•  Calculate total monthly spending.
•  Compare spending against the set budget.
•  Show the remaining amount or overspending.
•  Encourage financial awareness and saving.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2284B"/>
                </a:solidFill>
                <a:latin typeface="Aptos"/>
              </a:rPr>
              <a:t>Core idea: make spending visible before the month gets away from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02  |  Proposed Solution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The program follows a clear input → process → result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36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6152" y="1572768"/>
            <a:ext cx="621792" cy="621792"/>
          </a:xfrm>
          <a:prstGeom prst="ellipse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719072"/>
            <a:ext cx="62179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23160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2284B"/>
                </a:solidFill>
                <a:latin typeface="Aptos"/>
              </a:rPr>
              <a:t>Set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5A6A7E"/>
                </a:solidFill>
                <a:latin typeface="Aptos"/>
              </a:rPr>
              <a:t>Enter monthly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69748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200" b="1">
                <a:solidFill>
                  <a:srgbClr val="236CA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01168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58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5304" y="1572768"/>
            <a:ext cx="621792" cy="621792"/>
          </a:xfrm>
          <a:prstGeom prst="ellipse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719072"/>
            <a:ext cx="62179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423160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2284B"/>
                </a:solidFill>
                <a:latin typeface="Aptos"/>
              </a:rPr>
              <a:t>Add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92608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5A6A7E"/>
                </a:solidFill>
                <a:latin typeface="Aptos"/>
              </a:rPr>
              <a:t>Enter amount +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9748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200" b="1">
                <a:solidFill>
                  <a:srgbClr val="236CA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201168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34456" y="1572768"/>
            <a:ext cx="621792" cy="621792"/>
          </a:xfrm>
          <a:prstGeom prst="ellipse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1719072"/>
            <a:ext cx="62179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423160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2284B"/>
                </a:solidFill>
                <a:latin typeface="Aptos"/>
              </a:rPr>
              <a:t>Calculate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92608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5A6A7E"/>
                </a:solidFill>
                <a:latin typeface="Aptos"/>
              </a:rPr>
              <a:t>Add all expense amounts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69748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200" b="1">
                <a:solidFill>
                  <a:srgbClr val="236CAA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0376" y="201168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7B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93608" y="1572768"/>
            <a:ext cx="621792" cy="621792"/>
          </a:xfrm>
          <a:prstGeom prst="ellipse">
            <a:avLst/>
          </a:prstGeom>
          <a:solidFill>
            <a:srgbClr val="7B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1719072"/>
            <a:ext cx="62179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423160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2284B"/>
                </a:solidFill>
                <a:latin typeface="Aptos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92608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5A6A7E"/>
                </a:solidFill>
                <a:latin typeface="Aptos"/>
              </a:rPr>
              <a:t>Total vs. 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4" y="269748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200" b="1">
                <a:solidFill>
                  <a:srgbClr val="236CAA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9528" y="2011680"/>
            <a:ext cx="2057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5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52760" y="1572768"/>
            <a:ext cx="621792" cy="621792"/>
          </a:xfrm>
          <a:prstGeom prst="ellipse">
            <a:avLst/>
          </a:prstGeom>
          <a:solidFill>
            <a:srgbClr val="E0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1719072"/>
            <a:ext cx="621792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9256" y="2423160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2284B"/>
                </a:solidFill>
                <a:latin typeface="Aptos"/>
              </a:rPr>
              <a:t>Display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292608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0">
                <a:solidFill>
                  <a:srgbClr val="5A6A7E"/>
                </a:solidFill>
                <a:latin typeface="Aptos"/>
              </a:rPr>
              <a:t>Balance or overspending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617720"/>
            <a:ext cx="10149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" y="4617720"/>
            <a:ext cx="82296" cy="100584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4754880"/>
            <a:ext cx="97657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ALGORITHM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7008" y="5184648"/>
            <a:ext cx="97657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Start → read budget → read expense count → enter each expense → sum → compare → display result →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03  |  Module 1 —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Applying problem-solving and Java basics to the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82296" cy="4526280"/>
          </a:xfrm>
          <a:prstGeom prst="rect">
            <a:avLst/>
          </a:prstGeom>
          <a:solidFill>
            <a:srgbClr val="E05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08760"/>
            <a:ext cx="50109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05B85"/>
                </a:solidFill>
                <a:latin typeface="Aptos"/>
              </a:rPr>
              <a:t>CONCEPTS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38528"/>
            <a:ext cx="5010912" cy="3867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•  Problem solving, algorithm and flowchart
•  Java environment and program structure
•  Variables and primitive data types
•  Identifiers, constants and literals
•  Arithmetic operators: + and −
•  Relational operators: &gt; and &lt;
•  Console input with Scanner; formatted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82296" cy="201168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EXAMPLE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4965192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0">
                <a:solidFill>
                  <a:srgbClr val="263446"/>
                </a:solidFill>
                <a:latin typeface="Aptos"/>
              </a:rPr>
              <a:t>double budget = 10000;
double total = 0;
int numberOfExpenses;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49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82296" cy="2240280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79476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24528"/>
            <a:ext cx="4965192" cy="1581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0">
                <a:solidFill>
                  <a:srgbClr val="263446"/>
                </a:solidFill>
                <a:latin typeface="Aptos"/>
              </a:rPr>
              <a:t>Scanner reads the budget and expense values. Variables store them, and arithmetic operators calculate the total and remaining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04  |  Module 2 — 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Conditions decide which budget message should be shown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4297680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54480"/>
            <a:ext cx="47823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CONCEPTS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4782312" cy="3639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•  if and if–else statements
•  Nested conditions / else-if ladder
•  switch and break (possible category menu)
•  for loop to process multiple expenses
•  while and do-while as alternative loops
•  continue and nested loops (course concepts)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03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82296" cy="196596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554480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BUDGET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84248"/>
            <a:ext cx="4919472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if (total &gt; budget) {
    // show overspending
} else {
    // show remaining balance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0332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03320"/>
            <a:ext cx="82296" cy="201168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840480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08431"/>
                </a:solidFill>
                <a:latin typeface="Aptos"/>
              </a:rPr>
              <a:t>LOOP 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270248"/>
            <a:ext cx="4919472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A for loop repeats input for each expense, so the user can enter several items without writing the same code repeatedly.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05  |  Module 3 — Methods, Recursion &amp;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Break the task into reusable steps and process expense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4389120"/>
          </a:xfrm>
          <a:prstGeom prst="rect">
            <a:avLst/>
          </a:prstGeom>
          <a:solidFill>
            <a:srgbClr val="34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348F60"/>
                </a:solidFill>
                <a:latin typeface="Aptos"/>
              </a:rPr>
              <a:t>CONCEPTS THAT FIT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4965192" cy="3730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•  Methods: read inputs, calculate totals, show summary
•  Parameters pass values; return values give results
•  Arrays can store a list of expense amounts
•  Traversal and summation calculate total spending
•  Counting and average can summarize spending
•  Enhanced for-each loop can visit each amount
•  2D arrays can represent category-by-month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205740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SIMPLE METHOD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919472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double remaining(double budget, double total) {
    return budget - total;
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82296" cy="2011680"/>
          </a:xfrm>
          <a:prstGeom prst="rect">
            <a:avLst/>
          </a:prstGeom>
          <a:solidFill>
            <a:srgbClr val="7B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931920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7B5CB8"/>
                </a:solidFill>
                <a:latin typeface="Aptos"/>
              </a:rPr>
              <a:t>HOW IT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361688"/>
            <a:ext cx="4919472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A separate calculation method is easier to test and reuse. Recursion is part of the syllabus, but a simple expense total is more naturally calculated with a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06  |  Module 4 — OOP &amp;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A design that can grow beyond a single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82296" cy="4434840"/>
          </a:xfrm>
          <a:prstGeom prst="rect">
            <a:avLst/>
          </a:prstGeom>
          <a:solidFill>
            <a:srgbClr val="7B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7B5CB8"/>
                </a:solidFill>
                <a:latin typeface="Aptos"/>
              </a:rPr>
              <a:t>POSSIBLE CLASS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84248"/>
            <a:ext cx="4965192" cy="3776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•  Expense: amount, category, description
•  BudgetAnalyzer: budget, expense list, total
•  Constructors initialize objects
•  Encapsulation protects fields with private access
•  Methods calculate and display summaries
•  toString() can format an expense for display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201168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OBJECT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919472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Expense foodExpense = new Expense();
// store amount and 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82296" cy="210312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886200"/>
            <a:ext cx="491947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08431"/>
                </a:solidFill>
                <a:latin typeface="Aptos"/>
              </a:rPr>
              <a:t>ERROR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315968"/>
            <a:ext cx="4919472" cy="14447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Validate that amounts are sensible. try-catch can handle invalid numeric input; exceptions should be handled clearly instead of crashing without explanation.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07  |  Module 5 — Strings, Algorithms &amp; File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Useful upgrades for saving and reviewing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82296" cy="448056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08760"/>
            <a:ext cx="501091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08431"/>
                </a:solidFill>
                <a:latin typeface="Aptos"/>
              </a:rPr>
              <a:t>STRINGS &amp; LIBRARY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38528"/>
            <a:ext cx="5010912" cy="3822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•  String stores expense categories and descriptions
•  trim(), equals(), split() and case conversion
•  Arrays.sort() / Collections.sort() can order values
•  Searching can locate a category or record
•  Comparable / Comparator can define sort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82296" cy="196596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FILE I/O FUTURE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4965192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Use Path and Files or buffered readers/writers to save expenses and load them next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49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82296" cy="2194560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79476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SAFE FILE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24528"/>
            <a:ext cx="4965192" cy="1536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Read records line by line, handle missing or malformed files, and use try-with-resources for automatic resource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2284B"/>
                </a:solidFill>
                <a:latin typeface="Aptos"/>
              </a:rPr>
              <a:t>08  |  Module 6 — Collections &amp;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A6A7E"/>
                </a:solidFill>
                <a:latin typeface="Aptos"/>
              </a:rPr>
              <a:t>Organize records and build category-wise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1">
                <a:solidFill>
                  <a:srgbClr val="5A6A7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82296" cy="4480560"/>
          </a:xfrm>
          <a:prstGeom prst="rect">
            <a:avLst/>
          </a:prstGeom>
          <a:solidFill>
            <a:srgbClr val="236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0876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36CAA"/>
                </a:solidFill>
                <a:latin typeface="Aptos"/>
              </a:rPr>
              <a:t>CONCEPTS FOR AN EXTENDED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38528"/>
            <a:ext cx="4965192" cy="3822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•  ArrayList: keep a list of expense records
•  HashMap: total spending by category
•  HashSet: keep unique category names
•  Generics provide type-safe collections
•  Lambdas and Comparator can customize sorting
•  Streams can filter, map, sort and summarize
•  Collectors can group records by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82296" cy="1874519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SAMPLE OUTPUT FROM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4965192" cy="121615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263446"/>
                </a:solidFill>
                <a:latin typeface="Aptos"/>
              </a:rPr>
              <a:t>Monthly budget: ₹10,000
Food: ₹2,000  |  Travel: ₹1,500
Shopping: ₹2,500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349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11880"/>
            <a:ext cx="82296" cy="2240280"/>
          </a:xfrm>
          <a:prstGeom prst="rect">
            <a:avLst/>
          </a:prstGeom>
          <a:solidFill>
            <a:srgbClr val="34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749040"/>
            <a:ext cx="49651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348F60"/>
                </a:solidFill>
                <a:latin typeface="Aptos"/>
              </a:rPr>
              <a:t>CALCULATED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78808"/>
            <a:ext cx="4965192" cy="1581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63446"/>
                </a:solidFill>
                <a:latin typeface="Aptos"/>
              </a:rPr>
              <a:t>Total expenses: ₹6,000
Remaining budget: ₹4,000
Total = 2,000 + 1,500 + 2,500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09  |  RESULTS, 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0">
                <a:solidFill>
                  <a:srgbClr val="BEDCF0"/>
                </a:solidFill>
                <a:latin typeface="Aptos"/>
              </a:rPr>
              <a:t>A small project that connects Java fundamentals to a real-life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82296" cy="2651760"/>
          </a:xfrm>
          <a:prstGeom prst="rect">
            <a:avLst/>
          </a:prstGeom>
          <a:solidFill>
            <a:srgbClr val="158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30449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58E87"/>
                </a:solidFill>
                <a:latin typeface="Aptos"/>
              </a:rPr>
              <a:t>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15768"/>
            <a:ext cx="3044952" cy="19933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•  Easy to use
•  Saves calculation time
•  Helps monitor overspending
•  Builds financial awareness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148840"/>
            <a:ext cx="82296" cy="2651760"/>
          </a:xfrm>
          <a:prstGeom prst="rect">
            <a:avLst/>
          </a:prstGeom>
          <a:solidFill>
            <a:srgbClr val="E0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286000"/>
            <a:ext cx="30449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E08431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715768"/>
            <a:ext cx="3044952" cy="19933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•  Save to file/database
•  Visual charts
•  Login / multiple users
•  Monthly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148840"/>
            <a:ext cx="82296" cy="2651760"/>
          </a:xfrm>
          <a:prstGeom prst="rect">
            <a:avLst/>
          </a:prstGeom>
          <a:solidFill>
            <a:srgbClr val="7B5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286000"/>
            <a:ext cx="304495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7B5CB8"/>
                </a:solidFill>
                <a:latin typeface="Aptos"/>
              </a:rPr>
              <a:t>KEY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715768"/>
            <a:ext cx="3044952" cy="199339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263446"/>
                </a:solidFill>
                <a:latin typeface="Aptos"/>
              </a:rPr>
              <a:t>The current version demonstrates Scanner input, variables, arithmetic, conditions and loops. Other module concepts are suitable extensions.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TRACK SMARTER  •  SPEND WISER  •  SAVE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0">
                <a:solidFill>
                  <a:srgbClr val="BEDCF0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